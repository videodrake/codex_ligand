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d74f0e68d04d38" /><Relationship Type="http://schemas.openxmlformats.org/officeDocument/2006/relationships/extended-properties" Target="/docProps/app.xml" Id="Rfd0d7c1cc376461a" /><Relationship Type="http://schemas.openxmlformats.org/officeDocument/2006/relationships/officeDocument" Target="/ppt/presentation.xml" Id="Re0eba60fc10944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9f7a3e8c864acb"/>
  </p:sldMasterIdLst>
  <p:notesMasterIdLst>
    <p:notesMasterId xmlns:r="http://schemas.openxmlformats.org/officeDocument/2006/relationships" r:id="R4f51deef54944950"/>
  </p:notesMasterIdLst>
  <p:sldIdLst>
    <p:sldId xmlns:r="http://schemas.openxmlformats.org/officeDocument/2006/relationships" id="256" r:id="Rd14b74cdc9254c2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9f7a3e8c864acb" /><Relationship Type="http://schemas.openxmlformats.org/officeDocument/2006/relationships/theme" Target="/ppt/theme/theme1.xml" Id="R5f6e1408893d4eb9" /><Relationship Type="http://schemas.openxmlformats.org/officeDocument/2006/relationships/notesMaster" Target="/ppt/notesMasters/notesMaster1.xml" Id="R4f51deef54944950" /><Relationship Type="http://schemas.openxmlformats.org/officeDocument/2006/relationships/presProps" Target="/ppt/presProps.xml" Id="R7e06f9f163d74074" /><Relationship Type="http://schemas.openxmlformats.org/officeDocument/2006/relationships/viewProps" Target="/ppt/viewProps.xml" Id="R3b4b6bcc44fb4302" /><Relationship Type="http://schemas.openxmlformats.org/officeDocument/2006/relationships/tableStyles" Target="/ppt/tableStyles.xml" Id="R1e438a1aaaf14d6f" /><Relationship Type="http://schemas.openxmlformats.org/officeDocument/2006/relationships/slide" Target="/ppt/slides/slide1.xml" Id="Rd14b74cdc9254c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5b7d5fd364243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792afd76b74bc8" /><Relationship Type="http://schemas.openxmlformats.org/officeDocument/2006/relationships/notesMaster" Target="/ppt/notesMasters/notesMaster1.xml" Id="R1794334b1a7e4e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e382a08365406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253305577a24b6a" /><Relationship Type="http://schemas.openxmlformats.org/officeDocument/2006/relationships/slideLayout" Target="/ppt/slideLayouts/slideLayout2.xml" Id="Rc008ac34ca274a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08ac34ca274a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42fff19e654d08" /><Relationship Type="http://schemas.openxmlformats.org/officeDocument/2006/relationships/image" Target="/ppt/media/image.png" Id="R44fcb3761eb24316" /><Relationship Type="http://schemas.openxmlformats.org/officeDocument/2006/relationships/notesSlide" Target="/ppt/notesSlides/notesSlide1.xml" Id="R1ec65dc56eff430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cover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cb3761eb2431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7CA5762-D534-4125-B309-7F63596A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"/>
            <a:ext cx="3162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EGFR-MYO1D receptor modeling update</a:t>
            </a:r>
          </a:p>
        </p:txBody>
      </p:sp>
      <p:sp>
        <p:nvSpPr>
          <p:cNvPr id="3" name="slide-title-line-1">
            <a:extLst xmlns:a="http://schemas.openxmlformats.org/drawingml/2006/main">
              <a:ext uri="{FF2B5EF4-FFF2-40B4-BE49-F238E27FC236}">
                <a16:creationId xmlns:a16="http://schemas.microsoft.com/office/drawing/2014/main" id="{1072F731-9DBB-4F34-9E8F-85087C20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9334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32026"/>
                </a:solidFill>
              </a:defRPr>
            </a:pPr>
            <a:r>
              <a:rPr sz="4650" b="1">
                <a:solidFill>
                  <a:srgbClr val="132026"/>
                </a:solidFill>
              </a:rPr>
              <a:t>Membrane-compatible</a:t>
            </a:r>
          </a:p>
        </p:txBody>
      </p:sp>
      <p:sp>
        <p:nvSpPr>
          <p:cNvPr id="4" name="slide-title-line-2">
            <a:extLst xmlns:a="http://schemas.openxmlformats.org/drawingml/2006/main">
              <a:ext uri="{FF2B5EF4-FFF2-40B4-BE49-F238E27FC236}">
                <a16:creationId xmlns:a16="http://schemas.microsoft.com/office/drawing/2014/main" id="{D186EA1C-635D-4229-9351-9B0AC26E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9334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32026"/>
                </a:solidFill>
              </a:defRPr>
            </a:pPr>
            <a:r>
              <a:rPr sz="4650" b="1">
                <a:solidFill>
                  <a:srgbClr val="132026"/>
                </a:solidFill>
              </a:rPr>
              <a:t>EGFR dimer receptor</a:t>
            </a:r>
          </a:p>
        </p:txBody>
      </p:sp>
      <p:sp>
        <p:nvSpPr>
          <p:cNvPr id="5" name="slide-title-line-3">
            <a:extLst xmlns:a="http://schemas.openxmlformats.org/drawingml/2006/main">
              <a:ext uri="{FF2B5EF4-FFF2-40B4-BE49-F238E27FC236}">
                <a16:creationId xmlns:a16="http://schemas.microsoft.com/office/drawing/2014/main" id="{30035A57-25F6-4EE3-8429-03466DE1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933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32026"/>
                </a:solidFill>
              </a:defRPr>
            </a:pPr>
            <a:r>
              <a:rPr sz="4350" b="1">
                <a:solidFill>
                  <a:srgbClr val="132026"/>
                </a:solidFill>
              </a:rPr>
              <a:t>model 구축 및 clustering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DF803-4214-4CCE-9506-0B3896DA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6D"/>
          </a:solidFill>
          <a:ln xmlns:a="http://schemas.openxmlformats.org/drawingml/2006/main" w="0">
            <a:solidFill>
              <a:srgbClr val="23A66D"/>
            </a:solidFill>
            <a:prstDash val="solid"/>
          </a:ln>
        </p:spPr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CA58517-F269-4F69-B383-F5C9B10C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7715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0505A"/>
                </a:solidFill>
              </a:defRPr>
            </a:pPr>
            <a:r>
              <a:rPr sz="1875">
                <a:solidFill>
                  <a:srgbClr val="40505A"/>
                </a:solidFill>
              </a:rPr>
              <a:t>후속 MYO1D PPI 분석 전, EGFR receptor input을 +10° model과 final 200 ns MD validation 기준으로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38C77-7941-49EE-A3AB-C6A6C042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23812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E8B66-F3AA-4F1D-BF86-56700A7E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1162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receptor modeling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32971-BE63-44B7-B1ED-D81B8F43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38700"/>
            <a:ext cx="20002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5F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058F3-EE33-4B20-A7C5-17BFC16A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33950"/>
            <a:ext cx="895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MD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37296-E550-4418-8726-A4A19C0B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38700"/>
            <a:ext cx="17145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15AC5-FBD6-4AEE-94DD-8E72FA6E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339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clustering</a:t>
            </a:r>
          </a:p>
        </p:txBody>
      </p:sp>
      <p:sp>
        <p:nvSpPr>
          <p:cNvPr id="14" name="scope-note">
            <a:extLst xmlns:a="http://schemas.openxmlformats.org/drawingml/2006/main">
              <a:ext uri="{FF2B5EF4-FFF2-40B4-BE49-F238E27FC236}">
                <a16:creationId xmlns:a16="http://schemas.microsoft.com/office/drawing/2014/main" id="{0E2A32A6-D72C-4ADD-8385-96F054C9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634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47C"/>
                </a:solidFill>
              </a:defRPr>
            </a:pPr>
            <a:r>
              <a:rPr sz="1275">
                <a:solidFill>
                  <a:srgbClr val="65747C"/>
                </a:solidFill>
              </a:rPr>
              <a:t>Scope: PPI docking, pocket discovery, compound docking은 이번 발표에서 결과로 다루지 않음</a:t>
            </a:r>
          </a:p>
        </p:txBody>
      </p:sp>
      <p:sp>
        <p:nvSpPr>
          <p:cNvPr id="15" name="footer-label-01 / 09">
            <a:extLst xmlns:a="http://schemas.openxmlformats.org/drawingml/2006/main">
              <a:ext uri="{FF2B5EF4-FFF2-40B4-BE49-F238E27FC236}">
                <a16:creationId xmlns:a16="http://schemas.microsoft.com/office/drawing/2014/main" id="{D97CF308-4536-4D3B-85A1-6D8C4538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01 / 09</a:t>
            </a:r>
          </a:p>
        </p:txBody>
      </p:sp>
      <p:sp>
        <p:nvSpPr>
          <p:cNvPr id="16" name="footer-source-01 / 09">
            <a:extLst xmlns:a="http://schemas.openxmlformats.org/drawingml/2006/main">
              <a:ext uri="{FF2B5EF4-FFF2-40B4-BE49-F238E27FC236}">
                <a16:creationId xmlns:a16="http://schemas.microsoft.com/office/drawing/2014/main" id="{0E1DCF8C-38FA-4F92-A7E5-2B912210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9563100"/>
            <a:ext cx="3276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Generated cover is conceptual; scientific claims use local files and logs.</a:t>
            </a:r>
          </a:p>
        </p:txBody>
      </p:sp>
    </p:spTree>
    <p:extLst>
      <p:ext uri="{BB962C8B-B14F-4D97-AF65-F5344CB8AC3E}">
        <p14:creationId xmlns:p14="http://schemas.microsoft.com/office/powerpoint/2010/main" val="7171090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2026-04-29T12:22:31.9790000Z</dcterms:created>
  <dcterms:modified xsi:type="dcterms:W3CDTF">2026-04-29T12:22:31.9790000Z</dcterms:modified>
</coreProperties>
</file>