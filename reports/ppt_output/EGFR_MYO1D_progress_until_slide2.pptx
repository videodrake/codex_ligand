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32c141df6c4852" /><Relationship Type="http://schemas.openxmlformats.org/officeDocument/2006/relationships/extended-properties" Target="/docProps/app.xml" Id="Rf89a1452354845d5" /><Relationship Type="http://schemas.openxmlformats.org/officeDocument/2006/relationships/officeDocument" Target="/ppt/presentation.xml" Id="Rfba291f056bc40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e19c83b244388"/>
  </p:sldMasterIdLst>
  <p:notesMasterIdLst>
    <p:notesMasterId xmlns:r="http://schemas.openxmlformats.org/officeDocument/2006/relationships" r:id="R19e67cef1dd7493c"/>
  </p:notesMasterIdLst>
  <p:sldIdLst>
    <p:sldId xmlns:r="http://schemas.openxmlformats.org/officeDocument/2006/relationships" id="256" r:id="R92d7ded7bdf24284"/>
    <p:sldId xmlns:r="http://schemas.openxmlformats.org/officeDocument/2006/relationships" id="257" r:id="R52aa96c5a0df435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e19c83b244388" /><Relationship Type="http://schemas.openxmlformats.org/officeDocument/2006/relationships/theme" Target="/ppt/theme/theme1.xml" Id="R6ec33ebfaf8c4b23" /><Relationship Type="http://schemas.openxmlformats.org/officeDocument/2006/relationships/notesMaster" Target="/ppt/notesMasters/notesMaster1.xml" Id="R19e67cef1dd7493c" /><Relationship Type="http://schemas.openxmlformats.org/officeDocument/2006/relationships/presProps" Target="/ppt/presProps.xml" Id="Rf6933095ae3d44a0" /><Relationship Type="http://schemas.openxmlformats.org/officeDocument/2006/relationships/viewProps" Target="/ppt/viewProps.xml" Id="Rb96afac72f4d4cf4" /><Relationship Type="http://schemas.openxmlformats.org/officeDocument/2006/relationships/tableStyles" Target="/ppt/tableStyles.xml" Id="R05262ecf05744e24" /><Relationship Type="http://schemas.openxmlformats.org/officeDocument/2006/relationships/slide" Target="/ppt/slides/slide1.xml" Id="R92d7ded7bdf24284" /><Relationship Type="http://schemas.openxmlformats.org/officeDocument/2006/relationships/slide" Target="/ppt/slides/slide2.xml" Id="R52aa96c5a0df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c4a362c80e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6a47952a9f4c73" /><Relationship Type="http://schemas.openxmlformats.org/officeDocument/2006/relationships/notesMaster" Target="/ppt/notesMasters/notesMaster1.xml" Id="R6440528a174f44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366d8954b4e68" /><Relationship Type="http://schemas.openxmlformats.org/officeDocument/2006/relationships/notesMaster" Target="/ppt/notesMasters/notesMaster1.xml" Id="R7828778a4a5a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657becc4849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e5cee652774803" /><Relationship Type="http://schemas.openxmlformats.org/officeDocument/2006/relationships/slideLayout" Target="/ppt/slideLayouts/slideLayout2.xml" Id="R36dfd7f246d945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fd7f246d945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a79940e0340f8" /><Relationship Type="http://schemas.openxmlformats.org/officeDocument/2006/relationships/image" Target="/ppt/media/image.png" Id="Ra6089a7f5f6a4d38" /><Relationship Type="http://schemas.openxmlformats.org/officeDocument/2006/relationships/notesSlide" Target="/ppt/notesSlides/notesSlide1.xml" Id="R929fed1b296c4a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ed6631b904b25" /><Relationship Type="http://schemas.openxmlformats.org/officeDocument/2006/relationships/notesSlide" Target="/ppt/notesSlides/notesSlide2.xml" Id="R811b0e0d10d148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89a7f5f6a4d3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2D88823-99A6-4E1F-A80F-5F020A7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48CF2E1F-539D-40CB-B88F-0D4D97C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E08D48AB-FA84-440D-9A4A-D69AC25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E6AB7368-19CA-4EE7-8A77-9B1C9759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9F79F-2A75-4108-85F2-FDA2CC1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1C6EAE-EFB9-425F-A40B-7163A71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DA20A-816B-4C3C-99F0-B969B09D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FB1EF-1985-448B-922B-9A20180E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90756-7CDD-4FEC-92BB-61E97419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C0F4-1850-4539-B776-98613EC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F9DF9-E3E2-4900-BEC6-4953646C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8B9D1-CFF7-4E56-8FE3-A341F723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6CB9F9E9-8773-460A-92F2-0194B19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95C5C5C6-7235-4354-8580-0746A2D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C6B211C8-4DD7-4788-A253-D2358CDA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13134723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DF8929D-79B5-4B80-9740-3EE7011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473E0-8030-449B-8A34-DD2B5AE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4D0338-0B55-49ED-B8FA-2CC32232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6EA27-D499-40E5-98FF-AE1EFB78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662EF-B57F-4B33-AEFA-E5CE19E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170A4-6DA4-4F36-BE3D-B1C3A7D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4494E-9038-4683-8149-A5BD09E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8D03E-0D8A-44FC-91D5-2522F29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FBEBA-2E45-4276-BE3A-6635443F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00AA1-7220-4328-A36C-45BB8FC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A4622-DBD0-4A50-9A64-68B2D26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B5B59-2046-4C6B-B6DE-C42F9B9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AADFA-D53C-4865-B4CF-3EF38D4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7F950-E978-4C6A-94C2-4CC4B49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BDCC8-D4AD-4942-A768-8784A43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E04C0-EB96-4D66-90CD-9B90F11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6FB27-8756-48BE-8303-FE0E242D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454D9-7373-4C35-B152-B19DD7D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C2796-57DC-404C-9D77-90FCDBF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4111A-EEB4-479E-8BE0-1CDD5154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B016E-94AC-47DD-AD5F-D7B0823C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479D3-BE52-49BE-BF21-1FE3784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8E16C-6AEC-4CFE-AF2E-D6AC2AB7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9FAC1-F621-4284-A7C4-4F128100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2E31C-DE1C-4473-9007-2B76327F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DD858-64A0-4544-B3F4-FB5FE816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C72D02-2439-456A-8CA0-B4D3498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A76BA-DB2D-4AA4-A409-99BE9F1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EB634-0CDB-4396-A08A-2108482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C5B29-4EB4-4AC3-AFAE-F921FC9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68F3D-AC58-4E9A-8843-B35DA3C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512C2-7065-4EB9-A8A7-889A41E3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3EB24-8BBB-4114-AC59-E63837F5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0C34D0-E87F-4521-8F90-75152BF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9E7933-943F-42AE-998A-14630FEF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21D3B6-00D0-4366-BFE0-98A78205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754C15-225D-44E8-84BA-2E35CC6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102773-1BAA-40B2-BDC0-109CC5C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558946-9948-4144-8AC9-BA364F0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FADD39-35B1-4AB6-8824-0DD295C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BB3BA2-5790-4CBF-A302-F5061805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BC801606-0EC5-4A01-8F32-E79EDC58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C731F147-E31A-4295-9E43-37909AB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068399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2026-04-29T12:24:47.4090000Z</dcterms:created>
  <dcterms:modified xsi:type="dcterms:W3CDTF">2026-04-29T12:24:47.4090000Z</dcterms:modified>
</coreProperties>
</file>