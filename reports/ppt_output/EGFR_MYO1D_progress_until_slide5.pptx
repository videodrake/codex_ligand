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21e8055b64eb1" /><Relationship Type="http://schemas.openxmlformats.org/officeDocument/2006/relationships/extended-properties" Target="/docProps/app.xml" Id="R170f25ece00545f1" /><Relationship Type="http://schemas.openxmlformats.org/officeDocument/2006/relationships/officeDocument" Target="/ppt/presentation.xml" Id="Rbc7966f7e8ac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0e92ab00248fa"/>
  </p:sldMasterIdLst>
  <p:notesMasterIdLst>
    <p:notesMasterId xmlns:r="http://schemas.openxmlformats.org/officeDocument/2006/relationships" r:id="R7cb7dcee57d54268"/>
  </p:notesMasterIdLst>
  <p:sldIdLst>
    <p:sldId xmlns:r="http://schemas.openxmlformats.org/officeDocument/2006/relationships" id="256" r:id="R5b88013df30d450e"/>
    <p:sldId xmlns:r="http://schemas.openxmlformats.org/officeDocument/2006/relationships" id="257" r:id="Rc738628f8dbe4289"/>
    <p:sldId xmlns:r="http://schemas.openxmlformats.org/officeDocument/2006/relationships" id="258" r:id="Rf4207deac659472b"/>
    <p:sldId xmlns:r="http://schemas.openxmlformats.org/officeDocument/2006/relationships" id="259" r:id="Rc41c75a9dc874c53"/>
    <p:sldId xmlns:r="http://schemas.openxmlformats.org/officeDocument/2006/relationships" id="260" r:id="Re6f3d90a715845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0e92ab00248fa" /><Relationship Type="http://schemas.openxmlformats.org/officeDocument/2006/relationships/theme" Target="/ppt/theme/theme1.xml" Id="Rffdce0fc50614933" /><Relationship Type="http://schemas.openxmlformats.org/officeDocument/2006/relationships/notesMaster" Target="/ppt/notesMasters/notesMaster1.xml" Id="R7cb7dcee57d54268" /><Relationship Type="http://schemas.openxmlformats.org/officeDocument/2006/relationships/presProps" Target="/ppt/presProps.xml" Id="Reea7687e6a2e4b86" /><Relationship Type="http://schemas.openxmlformats.org/officeDocument/2006/relationships/viewProps" Target="/ppt/viewProps.xml" Id="R0c4f55d9df5e4a30" /><Relationship Type="http://schemas.openxmlformats.org/officeDocument/2006/relationships/tableStyles" Target="/ppt/tableStyles.xml" Id="R511a04684527472f" /><Relationship Type="http://schemas.openxmlformats.org/officeDocument/2006/relationships/slide" Target="/ppt/slides/slide1.xml" Id="R5b88013df30d450e" /><Relationship Type="http://schemas.openxmlformats.org/officeDocument/2006/relationships/slide" Target="/ppt/slides/slide2.xml" Id="Rc738628f8dbe4289" /><Relationship Type="http://schemas.openxmlformats.org/officeDocument/2006/relationships/slide" Target="/ppt/slides/slide3.xml" Id="Rf4207deac659472b" /><Relationship Type="http://schemas.openxmlformats.org/officeDocument/2006/relationships/slide" Target="/ppt/slides/slide4.xml" Id="Rc41c75a9dc874c53" /><Relationship Type="http://schemas.openxmlformats.org/officeDocument/2006/relationships/slide" Target="/ppt/slides/slide5.xml" Id="Re6f3d90a715845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594995120c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7e4ced62c4e41" /><Relationship Type="http://schemas.openxmlformats.org/officeDocument/2006/relationships/notesMaster" Target="/ppt/notesMasters/notesMaster1.xml" Id="Re5fb6b1f57ee49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8f5163e9e940e6" /><Relationship Type="http://schemas.openxmlformats.org/officeDocument/2006/relationships/notesMaster" Target="/ppt/notesMasters/notesMaster1.xml" Id="R797dec2709de4c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1630009af4bb0" /><Relationship Type="http://schemas.openxmlformats.org/officeDocument/2006/relationships/notesMaster" Target="/ppt/notesMasters/notesMaster1.xml" Id="Rf9452fafda014e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b463aa3cdf4b40" /><Relationship Type="http://schemas.openxmlformats.org/officeDocument/2006/relationships/notesMaster" Target="/ppt/notesMasters/notesMaster1.xml" Id="Reb628bf27c58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ed5c4c9fe045fc" /><Relationship Type="http://schemas.openxmlformats.org/officeDocument/2006/relationships/notesMaster" Target="/ppt/notesMasters/notesMaster1.xml" Id="R4d9c29857d42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34840cb5f47b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55f9d65c9d4dd9" /><Relationship Type="http://schemas.openxmlformats.org/officeDocument/2006/relationships/slideLayout" Target="/ppt/slideLayouts/slideLayout2.xml" Id="Rd1754f1613b5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54f1613b5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6e781f8ad4a3c" /><Relationship Type="http://schemas.openxmlformats.org/officeDocument/2006/relationships/image" Target="/ppt/media/image.png" Id="R3a3ee23271ba4ddb" /><Relationship Type="http://schemas.openxmlformats.org/officeDocument/2006/relationships/notesSlide" Target="/ppt/notesSlides/notesSlide1.xml" Id="Re6c580a5c412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e1d71bfde4b01" /><Relationship Type="http://schemas.openxmlformats.org/officeDocument/2006/relationships/notesSlide" Target="/ppt/notesSlides/notesSlide2.xml" Id="Ra723d6080e8b42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08676c53d47d4" /><Relationship Type="http://schemas.openxmlformats.org/officeDocument/2006/relationships/notesSlide" Target="/ppt/notesSlides/notesSlide3.xml" Id="R9a474e69e6e043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78aafcd4824a67" /><Relationship Type="http://schemas.openxmlformats.org/officeDocument/2006/relationships/image" Target="/ppt/media/image2.png" Id="Ra0c679cec0774033" /><Relationship Type="http://schemas.openxmlformats.org/officeDocument/2006/relationships/image" Target="/ppt/media/image3.png" Id="Rbbd7589c783f4c35" /><Relationship Type="http://schemas.openxmlformats.org/officeDocument/2006/relationships/image" Target="/ppt/media/image4.png" Id="Rfcb2de3367f04d04" /><Relationship Type="http://schemas.openxmlformats.org/officeDocument/2006/relationships/image" Target="/ppt/media/image5.png" Id="Rc78e744ecc1d4ff3" /><Relationship Type="http://schemas.openxmlformats.org/officeDocument/2006/relationships/notesSlide" Target="/ppt/notesSlides/notesSlide4.xml" Id="R37a14268589947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df7ffd557a49b4" /><Relationship Type="http://schemas.openxmlformats.org/officeDocument/2006/relationships/image" Target="/ppt/media/image6.png" Id="Rfedcc073dad84efd" /><Relationship Type="http://schemas.openxmlformats.org/officeDocument/2006/relationships/image" Target="/ppt/media/image7.png" Id="Rd4d9d36fcaba4505" /><Relationship Type="http://schemas.openxmlformats.org/officeDocument/2006/relationships/image" Target="/ppt/media/image8.png" Id="R12c11c5c6f44451f" /><Relationship Type="http://schemas.openxmlformats.org/officeDocument/2006/relationships/notesSlide" Target="/ppt/notesSlides/notesSlide5.xml" Id="Rb8e105ab7e184a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ee23271ba4d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4B4804B-6A9E-4BD2-ADF4-A2AFC450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AC2D24D2-4DBD-4588-8FA6-D466EB5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A971F084-D443-4E31-81C6-E74AC1AD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806471CC-2AF5-4C38-8AAD-2D51818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55D2-3967-4EEB-8AEA-A6537263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A36AF6-3D62-48E4-9E76-D4F2929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3DFBB-CB5A-4451-8D11-10CEF05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77446-DF31-468D-9B82-42537E6B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C75F-349C-4EC7-8FD6-5E2B3B9A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1B223-BA35-4D5F-B572-92C0641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F13B9-0B31-4BCB-83B3-E7D5EBC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83F4C-ED46-4368-855E-D1ED4F95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B65CFB4A-1B17-4DE3-B3C5-6740ADE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499FC015-ABE1-452A-BCE8-7B1B5E4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7CCD1A5C-7007-4770-B007-7E080BD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2125351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6CA9986-1674-49CE-89B0-060FB1B3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F62AF6-9906-4136-9AAF-FEE82E4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5F432E-FEBF-4705-B558-A7366F42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DA83E-AE64-405F-BDA2-2136D33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E9C17-02F8-4F2E-8065-C62F6E79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E12F8-CA82-4A15-A0B1-6A61FB6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F4173-46EC-4C5B-9D36-D6EEB589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1E3B7-B47F-465D-8A51-4D356E61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D2E8D-7D01-4DE4-8E8B-5CCFF3D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6D7D1-07D7-43C1-9C8F-6D744EEB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8BC19-7471-4628-BEBE-33CAA96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213AB-325C-45DF-A405-9372E3C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65E85-CF95-496D-935D-7F1CF3B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3B07B-4029-45B9-B8B8-292D143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E058D-9641-41B4-8B2C-0E98E38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60A1D-BC36-448E-BC6C-00E46D0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FB4B4-AA61-4DE2-9E4F-4FCAE2A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521BF-A42E-4844-8B58-E6042F12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78512-D777-4A4F-9463-FBA43CA0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EF7D8-EA03-45EE-B347-D972BC48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0FC58-6B75-4E91-B12B-B0CF9270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09A82-141B-4BD0-BC16-993022A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DF12A-56AE-4FF3-AE76-DBA9CD4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C90AD-F817-45B7-A78E-FD0F7ADC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ED7C2-99AD-4E88-9D7A-94D4A8F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72D49-950E-4A65-885D-EDFEC01A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0BCAB-A417-4365-A265-105D139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81603-36AA-4F39-B6A2-B5FC7D0C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9AAC1-5516-4C94-8C9C-EA666F8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CC7F3-88AF-4739-870A-7E482C33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B551B-906B-4A41-9BBE-15A1EA0C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7B19F-A795-4D4D-8C66-AA5C944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91F74-4172-4570-B6D9-904EA5FA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C2312-A0CA-4D43-8DA8-4684284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B1AB09-B73F-406E-9C00-50DF1E00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6B0D03-12DF-4C94-A452-F869A861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7E8E7B-56C1-4E30-928B-23EC381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C9BE6C-75A2-4DC8-B07A-7A835675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DAE3F-FCBD-40D9-AC64-2D82457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B9C22-3A0E-4E24-A993-66B1AD8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599BA5-E4E1-4F45-AEAB-3D616AEF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E8752792-B95D-4885-9EF0-613F93D4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86A1A675-C0C8-41AA-AF70-83002A69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6144328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74BD5B2-4AE4-40FA-9B22-DE6AF2B2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E506A-0240-4671-AF7A-01BDF65F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E3442D-09CC-4AC6-9523-53F01CA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329F2-2599-4EC5-BD99-EC4B6C9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3CFD4-A889-4B88-91FC-5FC04268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99EC5-3DFE-4E66-B6F4-D6E067B1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B8145-2587-4686-ACB7-35B7FDA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4F6DD-CFED-4681-B8A5-22D47E3D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FDB0-107C-493C-A5D2-F94C1AD4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6ACFA-BE9C-484A-9AAB-7E78876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0DC22-80CF-42F8-9D06-C4B35C6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41BDD-0688-41B8-8534-3010A899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80252-1004-4339-92F4-91C4319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30E95-D655-4920-8C43-BB7E66FE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02A62-C7F5-4958-B109-D77218A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5C529-BA7F-4448-9D9C-D423F716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69687-DF85-4913-B904-5044F75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73840-2958-4FC8-B893-32B48096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24EB9-5D1B-419F-A54F-F842F7D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2B1F0-5AC2-4396-AEE8-D7DFC7B7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F7230-4479-4086-B5D6-8C3AD932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4D706-15C2-4F80-868F-1C8CA22F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95602-6D03-4D33-8867-6FE8FA8C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3404A-C93E-4DD1-B730-497C478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F3039-B3FD-43C7-8FAB-4BEADC6A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52576-AC10-4258-9DA0-44F46730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1C692-C0E2-4611-B876-F6E6E4A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8FE08-3E47-4106-B67A-F12EC9FA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D96EF-49D6-4955-9986-9DEDA492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1527F-FCEA-42CF-AD99-4180A703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CFE8E-BBFF-4995-A602-1D7CE7EF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DE23C-ECEF-4365-90A1-99273834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8CD0E-6D34-4496-B52B-8BF4A71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ADFB2-4842-4277-B30E-0C7E697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C9138-E524-4478-9C8F-890FBD5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3B2FCB-3EA7-4DD9-80E7-6F5D60F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FB37E-DBE3-4B20-85C0-B5AFFC87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3EEB1-B73E-440C-B443-6204C040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C7A9B-3B0B-4B00-A7F0-4F5F5AA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E34116-1BC7-42F6-8103-D335D21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3BF88C-0A80-4835-A07B-F283B81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1440E-136F-4566-A3C1-B218BEE6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B0EE7-CB2E-4834-B75B-7441DB1A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3227A8-F44D-413C-AFFA-A514430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8EEB20-BE9A-43FB-A434-A35233C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BF1D59-7883-494C-AB23-D1B52DB5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006969-FA38-4E4D-B409-FF9EFCB6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75D2C9-A4D0-46E6-9BD7-7AA7B360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100E3F-0B6E-4128-B294-257FF337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6D881C-B8F9-4F38-824E-4AE24707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AF3A80B4-0486-40A2-83B9-1642440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74BB9AD5-6C99-4F3B-A6AA-ECEF255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14944116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F66F9C-41EF-4F7B-BF0E-C30D12B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9C3DC9-FE13-4B74-8ADE-6103E74E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0B1DEE-886D-4B9D-B5B9-83015D5C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53E09-AB4A-4692-B6E7-615211C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06B7-0E72-48CA-820F-3540A508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66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D1FEC-F4AE-4D5D-AE8E-469CCCE8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7B44-869E-455A-B06D-39A095D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020D7-EC6B-4242-8985-D315A30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C3E91-C33D-4DBF-8A41-694B47F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82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D97AB-2980-4DFA-802A-ACA6089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9A3D7-6C27-4442-BA49-A4FECBE2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7B2C7-9B16-4E16-962B-2F85ABA7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762C-23E8-4619-BC08-DF828192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98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252FB-3BA0-4FA6-96A0-CB4777B0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5EDC6-5186-4202-982D-227C3C8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91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C60C3-6E64-41B0-8F7B-88C1357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438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07045-EA3A-42D8-8218-E0B3FD77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50B98-54D7-4144-94F1-AE56DDE5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79cec0774033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301EC-E548-4FBE-A7E6-41111165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80787-A68B-4FD0-B6F7-A8D4F7A1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7589c783f4c35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A96FF-256D-4B3C-8A58-FDB956CE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929C9-F191-4AD2-8119-990E7D8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2de3367f04d04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AEECC-8ADB-4846-ACF3-AE71C9CC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D583B8-BA7E-43AA-9CCD-0AFA31B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e744ecc1d4ff3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CD631-C1B8-4CB0-8E7E-5A88EF2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EEAAACF6-8B32-465B-9F1B-F936F12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674A80D1-31E0-44F4-9509-A09C48B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12011258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7CC7B63-053E-4F0A-B1BA-37C63E5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AE4C7B-C233-4A32-86FD-3DED4A0B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9925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Final +10 no-water 200 ns trajectory is identified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B2DBD3-C7B6-4B48-9506-5C75B4F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Final pair: EGFR_plus10_step7_production_nw.gro + EGFR_plus10_step7_200ns_nw.xtc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13589-0D7F-4CE2-BEF6-F7566FB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54E84-16B6-4B19-A460-C49796F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gmx_check atoms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D595F-475B-415D-932E-5544D6A1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844C1-56B2-433A-870F-81583F7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 no-water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7AA19-0A8F-469A-89D6-C794DB8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09BB7-1975-4738-A99B-32DED68F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coordinate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013E6-E347-4CE4-ACD7-188114BF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0F3D8-8F5F-4C4A-BE64-CE3B02A3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100 ps output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362AF-0B79-4AC4-B968-CB4DF224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BA8E8-3DDB-42BF-AAF0-14FF1627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time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A6425-C736-4CC2-84C3-233C3C9A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64B98-6983-444F-849F-DB44B16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0-200,000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CE9CC-0D74-460D-96CE-3640E1F7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930A8-362A-44AF-A49B-34AF9CB1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analysis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75A72-BCE0-47FE-A71E-5D34D5CE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AEE53-294D-4D82-8BF5-6F861F51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final-pair metric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0F833-A349-4DF9-92A2-3B9D92A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cc073dad84efd"/>
          <a:stretch xmlns:a="http://schemas.openxmlformats.org/drawingml/2006/main"/>
        </p:blipFill>
        <p:spPr>
          <a:xfrm xmlns:a="http://schemas.openxmlformats.org/drawingml/2006/main">
            <a:off x="9144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A7EBB-C53E-48A6-AD96-18DDCC9E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KD-to-membrane absolute distance across final 200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1E609-6D0E-41FA-AF84-945E2ECD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9d36fcaba4505"/>
          <a:stretch xmlns:a="http://schemas.openxmlformats.org/drawingml/2006/main"/>
        </p:blipFill>
        <p:spPr>
          <a:xfrm xmlns:a="http://schemas.openxmlformats.org/drawingml/2006/main">
            <a:off x="653415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885EF-60D4-4F0E-8669-FD40601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Inter-protomer heavy contacts within 4.5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64DC7-39AE-453E-BB99-575DF44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11c5c6f44451f"/>
          <a:stretch xmlns:a="http://schemas.openxmlformats.org/drawingml/2006/main"/>
        </p:blipFill>
        <p:spPr>
          <a:xfrm xmlns:a="http://schemas.openxmlformats.org/drawingml/2006/main">
            <a:off x="121539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103EE-9489-4C6E-AE0C-B40B75B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TM-KD vector angle relative to membrane normal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F21B7-0588-496E-986D-CC4F929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Boundary note: 3.rotate_EGFR/10/full_200ns.xtc is not used as final evidence; final claim uses the packaged receptor/trajectory pair and uploaded gmx_check log.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3454FA5E-AB3E-4A6F-B687-2AE63ED6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085E150E-27FB-4BB5-AD69-7C90AC6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563100"/>
            <a:ext cx="508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03_receptor_pack/metadata/gmx_check_EGFR_plus10_step7_200ns_nw.txt and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2145370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2026-04-29T12:32:48.1440000Z</dcterms:created>
  <dcterms:modified xsi:type="dcterms:W3CDTF">2026-04-29T12:32:48.1440000Z</dcterms:modified>
</coreProperties>
</file>